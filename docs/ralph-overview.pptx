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C56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4114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Ralph oversikt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94360"/>
            <a:ext cx="6675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42834"/>
                </a:solidFill>
                <a:latin typeface="Aptos Display"/>
              </a:rPr>
              <a:t>Hva Ralph 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17320"/>
            <a:ext cx="7132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B616C"/>
                </a:solidFill>
                <a:latin typeface="Aptos"/>
              </a:rPr>
              <a:t>En kort intro til Ralph-løkken og hva som er spesielt med dette repoet.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0" y="960120"/>
            <a:ext cx="37947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7A3D1F"/>
                </a:solidFill>
                <a:latin typeface="Aptos Display"/>
              </a:rPr>
              <a:t>Filbasert agentløkke
for autonom koding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65836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42834"/>
                </a:solidFill>
                <a:latin typeface="Aptos"/>
              </a:defRPr>
            </a:pPr>
            <a:r>
              <a:t>Ralph er en gjenopptakbar, PRD-drevet kodingsløkke, ikke bare en enkelt chat-prompt.</a:t>
            </a:r>
          </a:p>
          <a:p>
            <a:pPr>
              <a:spcAft>
                <a:spcPts val="1000"/>
              </a:spcAft>
              <a:defRPr sz="1800">
                <a:solidFill>
                  <a:srgbClr val="242834"/>
                </a:solidFill>
                <a:latin typeface="Aptos"/>
              </a:defRPr>
            </a:pPr>
            <a:r>
              <a:t>Den jobber med én story om gangen i en enagent-flyt med flere iterasjoner.</a:t>
            </a:r>
          </a:p>
          <a:p>
            <a:pPr>
              <a:spcAft>
                <a:spcPts val="1000"/>
              </a:spcAft>
              <a:defRPr sz="1800">
                <a:solidFill>
                  <a:srgbClr val="242834"/>
                </a:solidFill>
                <a:latin typeface="Aptos"/>
              </a:defRPr>
            </a:pPr>
            <a:r>
              <a:t>Tilstand, logger og fremdrift lagres på disk, noe som gjør lange kjøringer enklere å gjenoppta og inspisere.</a:t>
            </a:r>
          </a:p>
        </p:txBody>
      </p:sp>
      <p:sp>
        <p:nvSpPr>
          <p:cNvPr id="8" name="Oval 7"/>
          <p:cNvSpPr/>
          <p:nvPr/>
        </p:nvSpPr>
        <p:spPr>
          <a:xfrm>
            <a:off x="8412480" y="1691640"/>
            <a:ext cx="2468880" cy="2468880"/>
          </a:xfrm>
          <a:prstGeom prst="ellipse">
            <a:avLst/>
          </a:prstGeom>
          <a:solidFill>
            <a:srgbClr val="C56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2377440"/>
            <a:ext cx="1920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tos Display"/>
              </a:rPr>
              <a:t>RALPH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C56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4114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Hvordan Ralph brukes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94360"/>
            <a:ext cx="6675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42834"/>
                </a:solidFill>
                <a:latin typeface="Aptos Display"/>
              </a:rPr>
              <a:t>Når Ralph passer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17320"/>
            <a:ext cx="7132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B616C"/>
                </a:solidFill>
                <a:latin typeface="Aptos"/>
              </a:rPr>
              <a:t>Det er mest nyttig når du vil ha varig fremdrift over flere steg.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03520" cy="4297680"/>
          </a:xfrm>
          <a:prstGeom prst="roundRect">
            <a:avLst/>
          </a:prstGeom>
          <a:solidFill>
            <a:srgbClr val="FFFCF7"/>
          </a:solidFill>
          <a:ln>
            <a:solidFill>
              <a:srgbClr val="DFD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A3D1F"/>
                </a:solidFill>
                <a:latin typeface="Aptos Display"/>
              </a:rPr>
              <a:t>Gode bruksområder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2834"/>
                </a:solidFill>
                <a:latin typeface="Aptos"/>
              </a:defRPr>
            </a:pPr>
            <a:r>
              <a:t>Flerstegs repoendringer der arbeidet bør overleve på tvers av iterasjoner.</a:t>
            </a:r>
          </a:p>
          <a:p>
            <a:pPr>
              <a:spcAft>
                <a:spcPts val="800"/>
              </a:spcAft>
              <a:defRPr sz="1500">
                <a:solidFill>
                  <a:srgbClr val="242834"/>
                </a:solidFill>
                <a:latin typeface="Aptos"/>
              </a:defRPr>
            </a:pPr>
            <a:r>
              <a:t>PRD- eller planstyrt implementering med synlig fremdrift på disk.</a:t>
            </a:r>
          </a:p>
          <a:p>
            <a:pPr>
              <a:spcAft>
                <a:spcPts val="800"/>
              </a:spcAft>
              <a:defRPr sz="1500">
                <a:solidFill>
                  <a:srgbClr val="242834"/>
                </a:solidFill>
                <a:latin typeface="Aptos"/>
              </a:defRPr>
            </a:pPr>
            <a:r>
              <a:t>Benchmarking, iterativ opprydding og agentlokker som har nytte av lokale logger.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03520" cy="4297680"/>
          </a:xfrm>
          <a:prstGeom prst="roundRect">
            <a:avLst/>
          </a:prstGeom>
          <a:solidFill>
            <a:srgbClr val="FFFCF7"/>
          </a:solidFill>
          <a:ln>
            <a:solidFill>
              <a:srgbClr val="DFD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A3D1F"/>
                </a:solidFill>
                <a:latin typeface="Aptos Display"/>
              </a:rPr>
              <a:t>Mindre egnet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4028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2834"/>
                </a:solidFill>
                <a:latin typeface="Aptos"/>
              </a:defRPr>
            </a:pPr>
            <a:r>
              <a:t>Små endringer i én fil der direkte agentarbeid er raskere enn å lage en PRD.</a:t>
            </a:r>
          </a:p>
          <a:p>
            <a:pPr>
              <a:spcAft>
                <a:spcPts val="800"/>
              </a:spcAft>
              <a:defRPr sz="1500">
                <a:solidFill>
                  <a:srgbClr val="242834"/>
                </a:solidFill>
                <a:latin typeface="Aptos"/>
              </a:defRPr>
            </a:pPr>
            <a:r>
              <a:t>Situasjoner uten lokal verifisering eller reelt tilbakepress fra repoet.</a:t>
            </a:r>
          </a:p>
          <a:p>
            <a:pPr>
              <a:spcAft>
                <a:spcPts val="800"/>
              </a:spcAft>
              <a:defRPr sz="1500">
                <a:solidFill>
                  <a:srgbClr val="242834"/>
                </a:solidFill>
                <a:latin typeface="Aptos"/>
              </a:defRPr>
            </a:pPr>
            <a:r>
              <a:t>Oppgaver som ikke har nytte av gjenopptakbarhet, logger eller avgrensede iterasjoner.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C56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4114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</a:rPr>
              <a:t>Denne repoen vs vanilla Ralph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94360"/>
            <a:ext cx="6675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42834"/>
                </a:solidFill>
                <a:latin typeface="Aptos Display"/>
              </a:rPr>
              <a:t>Hvordan denne repoen skiller seg 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17320"/>
            <a:ext cx="7132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B616C"/>
                </a:solidFill>
                <a:latin typeface="Aptos"/>
              </a:rPr>
              <a:t>Denne forken er bevisst ikke standard Ralph.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7040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42834"/>
                </a:solidFill>
                <a:latin typeface="Aptos"/>
              </a:defRPr>
            </a:pPr>
            <a:r>
              <a:t>Windows-først Codex-runner, inkludert SDK-basert supervisjon og roligere håndtering av hjelpeprosesser.</a:t>
            </a:r>
          </a:p>
          <a:p>
            <a:pPr>
              <a:spcAft>
                <a:spcPts val="1000"/>
              </a:spcAft>
              <a:defRPr sz="1800">
                <a:solidFill>
                  <a:srgbClr val="242834"/>
                </a:solidFill>
                <a:latin typeface="Aptos"/>
              </a:defRPr>
            </a:pPr>
            <a:r>
              <a:t>Fersk kontekst per iterasjon, pluss avgrenset fremdrifts-, oppskrifts- og strategiminne for å redusere kontekstrot.</a:t>
            </a:r>
          </a:p>
          <a:p>
            <a:pPr>
              <a:spcAft>
                <a:spcPts val="1000"/>
              </a:spcAft>
              <a:defRPr sz="1800">
                <a:solidFill>
                  <a:srgbClr val="242834"/>
                </a:solidFill>
                <a:latin typeface="Aptos"/>
              </a:defRPr>
            </a:pPr>
            <a:r>
              <a:t>Deterministiske benchmark-suiter som smoke, quick, hourly og deep for repeterbar tuning.</a:t>
            </a:r>
          </a:p>
          <a:p>
            <a:pPr>
              <a:spcAft>
                <a:spcPts val="1000"/>
              </a:spcAft>
              <a:defRPr sz="1800">
                <a:solidFill>
                  <a:srgbClr val="242834"/>
                </a:solidFill>
                <a:latin typeface="Aptos"/>
              </a:defRPr>
            </a:pPr>
            <a:r>
              <a:t>Robusthet for lange kjøringer, som heartbeat-utskrift, hang recovery og innebygde lokale verifiseringsløp.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1828800"/>
            <a:ext cx="3200400" cy="2926080"/>
          </a:xfrm>
          <a:prstGeom prst="roundRect">
            <a:avLst/>
          </a:prstGeom>
          <a:solidFill>
            <a:srgbClr val="FFFCF7"/>
          </a:solidFill>
          <a:ln>
            <a:solidFill>
              <a:srgbClr val="DFD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20574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7A3D1F"/>
                </a:solidFill>
                <a:latin typeface="Aptos Display"/>
              </a:rPr>
              <a:t>Kort sagt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468880"/>
            <a:ext cx="2560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2834"/>
                </a:solidFill>
                <a:latin typeface="Aptos"/>
              </a:defRPr>
            </a:pPr>
            <a:r>
              <a:t>Vanilla Ralph er grunnideen for løkken.</a:t>
            </a:r>
          </a:p>
          <a:p>
            <a:pPr>
              <a:spcAft>
                <a:spcPts val="800"/>
              </a:spcAft>
              <a:defRPr sz="1500">
                <a:solidFill>
                  <a:srgbClr val="242834"/>
                </a:solidFill>
                <a:latin typeface="Aptos"/>
              </a:defRPr>
            </a:pPr>
            <a:r>
              <a:t>Denne repoen er tunet for Codex, Windows, benchmarking og lengre ubetjente kjøringer.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