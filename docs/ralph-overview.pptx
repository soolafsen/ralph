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5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Ralph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42834"/>
                </a:solidFill>
                <a:latin typeface="Aptos Display"/>
              </a:rPr>
              <a:t>What Ralph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7132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616C"/>
                </a:solidFill>
                <a:latin typeface="Aptos"/>
              </a:rPr>
              <a:t>A short intro to the Ralph coding loop and what is specific to this repo.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960120"/>
            <a:ext cx="37947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A3D1F"/>
                </a:solidFill>
                <a:latin typeface="Aptos Display"/>
              </a:rPr>
              <a:t>File-based agent loop
for autonomous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583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834"/>
                </a:solidFill>
                <a:latin typeface="Aptos"/>
              </a:defRPr>
            </a:pPr>
            <a:r>
              <a:t>Ralph is a resumable, PRD-driven coding loop rather than a one-off chat prompt.</a:t>
            </a:r>
          </a:p>
          <a:p>
            <a:pPr>
              <a:spcAft>
                <a:spcPts val="1000"/>
              </a:spcAft>
              <a:defRPr sz="1800">
                <a:solidFill>
                  <a:srgbClr val="242834"/>
                </a:solidFill>
                <a:latin typeface="Aptos"/>
              </a:defRPr>
            </a:pPr>
            <a:r>
              <a:t>It works one story at a time in a single-agent, multi-iteration flow.</a:t>
            </a:r>
          </a:p>
          <a:p>
            <a:pPr>
              <a:spcAft>
                <a:spcPts val="1000"/>
              </a:spcAft>
              <a:defRPr sz="1800">
                <a:solidFill>
                  <a:srgbClr val="242834"/>
                </a:solidFill>
                <a:latin typeface="Aptos"/>
              </a:defRPr>
            </a:pPr>
            <a:r>
              <a:t>State, logs, and progress live on disk, which makes longer runs easier to resume and inspect.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1691640"/>
            <a:ext cx="2468880" cy="2468880"/>
          </a:xfrm>
          <a:prstGeom prst="ellipse">
            <a:avLst/>
          </a:prstGeom>
          <a:solidFill>
            <a:srgbClr val="C5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37744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RALPH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5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How Ralph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42834"/>
                </a:solidFill>
                <a:latin typeface="Aptos Display"/>
              </a:rPr>
              <a:t>Where Ralph fits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7132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616C"/>
                </a:solidFill>
                <a:latin typeface="Aptos"/>
              </a:rPr>
              <a:t>It is most useful when you want durable progress over several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4297680"/>
          </a:xfrm>
          <a:prstGeom prst="roundRect">
            <a:avLst/>
          </a:prstGeom>
          <a:solidFill>
            <a:srgbClr val="FFFCF7"/>
          </a:solidFill>
          <a:ln>
            <a:solidFill>
              <a:srgbClr val="DF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A3D1F"/>
                </a:solidFill>
                <a:latin typeface="Aptos Display"/>
              </a:rPr>
              <a:t>Good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Multi-step repo changes where work should survive across iterations.</a:t>
            </a:r>
          </a:p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PRD or plan-driven implementation with visible progress on disk.</a:t>
            </a:r>
          </a:p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Benchmarking, iterative cleanup, and agent loops that benefit from local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03520" cy="4297680"/>
          </a:xfrm>
          <a:prstGeom prst="roundRect">
            <a:avLst/>
          </a:prstGeom>
          <a:solidFill>
            <a:srgbClr val="FFFCF7"/>
          </a:solidFill>
          <a:ln>
            <a:solidFill>
              <a:srgbClr val="DF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A3D1F"/>
                </a:solidFill>
                <a:latin typeface="Aptos Display"/>
              </a:rPr>
              <a:t>Less ideal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Tiny one-file edits where direct agent work is faster than creating a PRD.</a:t>
            </a:r>
          </a:p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Situations where no local verification or repo backpressure exists.</a:t>
            </a:r>
          </a:p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Tasks that do not benefit from resumability, logs, or bounded iteration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5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This repo vs vanilla Ralph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42834"/>
                </a:solidFill>
                <a:latin typeface="Aptos Display"/>
              </a:rPr>
              <a:t>How this repo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7132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616C"/>
                </a:solidFill>
                <a:latin typeface="Aptos"/>
              </a:rPr>
              <a:t>This fork is intentionally not stock Ralph.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040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834"/>
                </a:solidFill>
                <a:latin typeface="Aptos"/>
              </a:defRPr>
            </a:pPr>
            <a:r>
              <a:t>Windows-first Codex runner behavior, including SDK-backed supervision and quieter helper handling.</a:t>
            </a:r>
          </a:p>
          <a:p>
            <a:pPr>
              <a:spcAft>
                <a:spcPts val="1000"/>
              </a:spcAft>
              <a:defRPr sz="1800">
                <a:solidFill>
                  <a:srgbClr val="242834"/>
                </a:solidFill>
                <a:latin typeface="Aptos"/>
              </a:defRPr>
            </a:pPr>
            <a:r>
              <a:t>Fresh per-iteration context plus bounded progress, recipe, and strategy memory to reduce context rot.</a:t>
            </a:r>
          </a:p>
          <a:p>
            <a:pPr>
              <a:spcAft>
                <a:spcPts val="1000"/>
              </a:spcAft>
              <a:defRPr sz="1800">
                <a:solidFill>
                  <a:srgbClr val="242834"/>
                </a:solidFill>
                <a:latin typeface="Aptos"/>
              </a:defRPr>
            </a:pPr>
            <a:r>
              <a:t>Deterministic benchmark suites such as smoke, quick, hourly, and deep for repeatable tuning.</a:t>
            </a:r>
          </a:p>
          <a:p>
            <a:pPr>
              <a:spcAft>
                <a:spcPts val="1000"/>
              </a:spcAft>
              <a:defRPr sz="1800">
                <a:solidFill>
                  <a:srgbClr val="242834"/>
                </a:solidFill>
                <a:latin typeface="Aptos"/>
              </a:defRPr>
            </a:pPr>
            <a:r>
              <a:t>Long-run resilience features like heartbeat output, hang recovery, and built-in local verification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828800"/>
            <a:ext cx="3200400" cy="2926080"/>
          </a:xfrm>
          <a:prstGeom prst="roundRect">
            <a:avLst/>
          </a:prstGeom>
          <a:solidFill>
            <a:srgbClr val="FFFCF7"/>
          </a:solidFill>
          <a:ln>
            <a:solidFill>
              <a:srgbClr val="DF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A3D1F"/>
                </a:solidFill>
                <a:latin typeface="Aptos Display"/>
              </a:rPr>
              <a:t>Bottom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46888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Vanilla Ralph is the base loop idea.</a:t>
            </a:r>
          </a:p>
          <a:p>
            <a:pPr>
              <a:spcAft>
                <a:spcPts val="800"/>
              </a:spcAft>
              <a:defRPr sz="1500">
                <a:solidFill>
                  <a:srgbClr val="242834"/>
                </a:solidFill>
                <a:latin typeface="Aptos"/>
              </a:defRPr>
            </a:pPr>
            <a:r>
              <a:t>This repo is tuned for Codex, Windows, benchmarking, and longer unattended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